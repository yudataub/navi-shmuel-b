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0" r:id="rId2"/>
    <p:sldId id="256" r:id="rId3"/>
    <p:sldId id="268" r:id="rId4"/>
    <p:sldId id="267" r:id="rId5"/>
    <p:sldId id="266" r:id="rId6"/>
    <p:sldId id="265" r:id="rId7"/>
    <p:sldId id="264" r:id="rId8"/>
    <p:sldId id="263" r:id="rId9"/>
    <p:sldId id="262" r:id="rId10"/>
    <p:sldId id="261" r:id="rId11"/>
    <p:sldId id="260" r:id="rId12"/>
    <p:sldId id="259" r:id="rId13"/>
    <p:sldId id="258" r:id="rId14"/>
    <p:sldId id="269" r:id="rId15"/>
    <p:sldId id="272" r:id="rId16"/>
    <p:sldId id="271" r:id="rId17"/>
    <p:sldId id="273" r:id="rId1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CD4303-D848-7225-EEC9-CA281399F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E43B945-CB3C-08B0-209D-28CA5EA63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C3FD06-DAB3-18E0-0494-5BFF408B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3BBF0FB-299E-C9C5-87A8-836E12EA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91302C-473B-4CB0-D95C-7C42288B8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930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B4CB68-050F-96F2-F084-7D9B8211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69C2DD0-DD8B-508C-64A3-FB2665727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31AE61-D11C-3846-E0C3-BAB83B9C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1F93F30-0D3A-789C-DE26-25279E68E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C8B0E6C-0129-A70C-6AA0-302A2FB4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7724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7C2E26-D753-4622-6313-CABF809A1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5774C76-F59B-5324-1A41-8AEE24EE5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A3C21DF-ECF8-4524-B4BF-4AA1E71D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66CD76C-A8FD-75F9-F755-F5CA13AA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2123732-BA25-87C6-FC3A-70F0BC88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885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F4BFEF-6656-4C4A-605A-86B2FAAE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6BF994E-9D7B-D5A5-3A0A-A08230827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1DC0877-E68E-8506-6B60-719BCC121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103D92A-00C7-0F13-D678-29D9B5210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C60AAB3-52D6-0620-BAD2-3573B81A6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A5EDE63-2376-9722-1396-F7ACB5A2A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260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833AA1-FAC7-635D-2633-0ADD6D15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E88BA32-78AB-4F99-B713-0CF17A413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35817A1-3277-F227-1B66-DBD93B01F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4152858-77BC-3074-CD6E-9FB43BF14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698BB97-56DF-5A50-40E0-4EB0C92FE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769B044-9BC4-717C-667A-2325E1E4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2F3D8EC-EB25-D790-65C0-05613E8A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F729D7C-DF27-DB7E-E371-A7A46F57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495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CB3C374-7B19-CBA2-8F25-88EC969E8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8CD0F6A-10E4-9C93-15E5-EFA1E7DF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D17C6F5-DA81-F604-8994-82642297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13557BD-796F-078D-7EB6-C7002262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706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9EA04BB-B9BE-25C2-28E6-9C4F0F04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1D4D0ED-3B3B-A7C5-6B3C-7FB30B81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9E29F23-2239-4106-0CFA-E9163FEB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3258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476D6F-C749-6963-4B28-50993DB0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022BC4F-FE82-B4F6-61C1-1759D1298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61CB25E-9462-8E59-A14B-06EA29A0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D8BDD0A-E3B5-CCA9-F988-A018BA619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8D03F6F-7C24-44DA-E022-BA5AE2673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0D48DFF-F012-DE7B-0F85-530CA44F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297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8D010F-41AB-E0C0-F0C8-7CDD83A4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E4BEEC7-7D65-68C0-385E-D64CD59B0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319B1AA-B8DC-66BA-EA3A-D54DFE083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7EE56B1-BC20-8E32-5A36-712EC4D4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F11A1CE-5D76-3257-D2E2-EE8D35F2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1524FE8-E19B-5434-7AF3-0B2ECAAC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140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89D95F-B06D-616C-F9EF-23173C6C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4C5D122-AE2D-F7E1-1C23-72D3834DC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26BEC3F-0780-BD07-8E28-FC9160D4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8B5A608-1E70-7670-ADD7-602AD76A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68CCEBB-FB1D-098C-1DC4-CDBEEB21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241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E5961E1-4B8D-2301-AFC5-1B585A11D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888F539-DBA5-617E-0651-3FA7EA420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21426B2-D588-B5BD-FDD8-2CECF120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6A8BB8-8017-AE99-354C-83128B8FC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7E694AF-1C6A-7F80-DBD8-F27236804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911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80A9C19C-1B5E-CF51-83DE-1B6D0E505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6B6EC5F-28F2-C22B-040C-A4098016A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5B0B078-CC96-99A9-D35E-8166DC179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A9047-A6D4-C64D-8E48-4F403BFFAFF1}" type="datetimeFigureOut">
              <a:rPr lang="he-IL" smtClean="0"/>
              <a:t>כ'/אלול/תשפ"ו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7A43CBB-504E-B60A-9A13-D07E421A9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40D4166-66B9-362F-43EF-A208E0FDB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ED643-D53A-B74F-B076-96684E7DAB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072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442C6E4C-B005-E12A-FB63-426926275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24"/>
          <a:stretch>
            <a:fillRect/>
          </a:stretch>
        </p:blipFill>
        <p:spPr>
          <a:xfrm>
            <a:off x="813465" y="0"/>
            <a:ext cx="10565070" cy="673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44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7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37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27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6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27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0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27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7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27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2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27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49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27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4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27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85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5276"/>
            <a:ext cx="12277258" cy="684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7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5276"/>
            <a:ext cx="12277259" cy="684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63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5995"/>
            <a:ext cx="12277259" cy="684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76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5276"/>
            <a:ext cx="12277258" cy="684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9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A69FB-A4BE-486A-B042-3BAF39538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DAFB33-7BBB-3709-B19F-CD6675198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8ADB88E-DA8B-1A70-E696-AC01E9A42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27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03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D21D3A-45E1-9D1D-651F-F869EB4C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C2FF097E-44CA-B1D2-3DE8-A37B38483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2490"/>
            <a:ext cx="12287250" cy="68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29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D21D3A-45E1-9D1D-651F-F869EB4C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C2FF097E-44CA-B1D2-3DE8-A37B38483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94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D21D3A-45E1-9D1D-651F-F869EB4C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C2FF097E-44CA-B1D2-3DE8-A37B38483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2490"/>
            <a:ext cx="12287250" cy="68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6776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מסך רחב</PresentationFormat>
  <Slides>17</Slides>
  <Notes>0</Notes>
  <HiddenSlides>0</HiddenSlide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18" baseType="lpstr"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יצחק ינון סלאב</dc:creator>
  <cp:lastModifiedBy>ysalabteacher@gmail.com</cp:lastModifiedBy>
  <cp:revision>14</cp:revision>
  <dcterms:created xsi:type="dcterms:W3CDTF">2026-03-06T08:47:23Z</dcterms:created>
  <dcterms:modified xsi:type="dcterms:W3CDTF">2026-09-02T05:18:44Z</dcterms:modified>
</cp:coreProperties>
</file>